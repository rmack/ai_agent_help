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2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354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033"/>
                </a:solidFill>
              </a:rPr>
              <a:t>AI-Assisted Development Workflow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67512" y="19202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B6475"/>
                </a:solidFill>
              </a:rPr>
              <a:t>A simple process for thinking clearly, handing work to Codex, validating results, and repeating safely.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017520" cy="1143000"/>
          </a:xfrm>
          <a:prstGeom prst="roundRect">
            <a:avLst>
              <a:gd name="adj" fmla="val 96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317296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Discuss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33272" y="368503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Think first. Define the work.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526280" y="2971800"/>
            <a:ext cx="3017520" cy="1143000"/>
          </a:xfrm>
          <a:prstGeom prst="roundRect">
            <a:avLst>
              <a:gd name="adj" fmla="val 9600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82312" y="317296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Execute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82312" y="368503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Codex changes code in small steps.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75320" y="2971800"/>
            <a:ext cx="3017520" cy="1143000"/>
          </a:xfrm>
          <a:prstGeom prst="roundRect">
            <a:avLst>
              <a:gd name="adj" fmla="val 960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31352" y="317296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Own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31352" y="368503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Developer reviews, validates, commits.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3886200" y="3547872"/>
            <a:ext cx="54864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35240" y="3547872"/>
            <a:ext cx="54864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53492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The AI accelerates the work. The developer controls the decisions.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66960" y="6510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</a:rPr>
              <a:t>AI development workflow |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</a:rPr>
              <a:t>The model: three roles, one 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</a:rPr>
              <a:t>Do not ask Codex to implement until the work is understood.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3246120" cy="37947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66420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Discussion Thread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41832" y="2176272"/>
            <a:ext cx="27340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Explore the problem, architecture, scope, risks, and acceptance criteria. This is where thinking happens.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462272" y="1463040"/>
            <a:ext cx="3246120" cy="37947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18304" y="166420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Codex / Agent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18304" y="2176272"/>
            <a:ext cx="27340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Reads the handoff, confirms understanding, executes small changes, and runs validation commands.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246120" cy="37947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85632" y="166420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Developer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85632" y="2176272"/>
            <a:ext cx="27340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Owns decisions, reviews the diff, validates behavior, commits locally, and captures follow-up work.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66960" y="6510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</a:rPr>
              <a:t>AI development workflow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</a:rPr>
              <a:t>The simple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</a:rPr>
              <a:t>This is the process in one view.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59" y="1554480"/>
            <a:ext cx="2004461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76479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8928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80744" y="18379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Discussion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532888" y="2029968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15544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81528" y="176479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81528" y="18928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12464" y="18379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Define work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864608" y="2029968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15544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13248" y="176479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13248" y="18928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44184" y="18379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Markdown handoff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196328" y="2029968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89520" y="15544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44968" y="176479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44968" y="18928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75904" y="18379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Codex confirms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528048" y="2029968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921240" y="15544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76688" y="176479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76688" y="18928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07624" y="18379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Small execution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594360" y="33832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9808" y="359359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9808" y="37216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80744" y="36667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Review diff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2532888" y="3858768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926080" y="33832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081528" y="3593592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81528" y="37216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12464" y="36667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Validate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4864608" y="3858768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257800" y="33832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13248" y="3593592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13248" y="37216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044184" y="36667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Commit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7196328" y="3858768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589520" y="33832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744968" y="3593592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44968" y="37216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375904" y="36667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Summarize</a:t>
            </a:r>
            <a:endParaRPr lang="en-US" sz="1550" dirty="0"/>
          </a:p>
        </p:txBody>
      </p:sp>
      <p:sp>
        <p:nvSpPr>
          <p:cNvPr id="48" name="Shape 46"/>
          <p:cNvSpPr/>
          <p:nvPr/>
        </p:nvSpPr>
        <p:spPr>
          <a:xfrm>
            <a:off x="9528048" y="3858768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921240" y="338328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076688" y="359359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076688" y="37216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707624" y="36667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33"/>
                </a:solidFill>
              </a:rPr>
              <a:t>Repeat</a:t>
            </a:r>
            <a:endParaRPr lang="en-US" sz="1550" dirty="0"/>
          </a:p>
        </p:txBody>
      </p:sp>
      <p:sp>
        <p:nvSpPr>
          <p:cNvPr id="53" name="Shape 51"/>
          <p:cNvSpPr/>
          <p:nvPr/>
        </p:nvSpPr>
        <p:spPr>
          <a:xfrm flipH="1">
            <a:off x="1584960" y="2029967"/>
            <a:ext cx="9845040" cy="1325879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05840" y="57150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The Markdown handoff is the bridge between discussion and execution.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966960" y="6510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</a:rPr>
              <a:t>AI development workflow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</a:rPr>
              <a:t>Steps 1-2: Discuss and define the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</a:rPr>
              <a:t>Start with a normal AI discussion thread. Do not touch code yet.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664208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Start a discussion thread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8992" y="2176272"/>
            <a:ext cx="433425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Use the thread to explore the problem, options, risks, assumptions, and likely approach.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Track the purpose of the thread so tangents do not erase the main goal.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92240" y="146304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48272" y="1664208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Define the work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48272" y="2176272"/>
            <a:ext cx="433425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Capture the goal, scope, out of scope, requirements, assumptions, acceptance criteria, risks, and testing expectations.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66960" y="6510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</a:rPr>
              <a:t>AI development workflow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</a:rPr>
              <a:t>Step 3: Create the Codex handoff file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</a:rPr>
              <a:t>Turn the discussion into a Markdown artifact Codex can use.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The handoff should contain enough context for Codex to discuss and execute safely.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2148840"/>
            <a:ext cx="43891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44752" y="2350008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Include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44752" y="2862072"/>
            <a:ext cx="38770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Purpose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Context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Goal and scope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Constraints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Expected behavior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0" y="2148840"/>
            <a:ext cx="43891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39712" y="2350008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Also include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39712" y="2862072"/>
            <a:ext cx="38770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Likely files or areas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Implementation guidance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Validation expectations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Stop conditions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Definition of done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66960" y="6510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</a:rPr>
              <a:t>AI development workflow |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</a:rPr>
              <a:t>Steps 4-6: Codex reads, explains, and gets corrected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</a:rPr>
              <a:t>The first Codex task is understanding, not implementation.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3154680" cy="40690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618488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Give Codex the handoff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8992" y="2130552"/>
            <a:ext cx="26426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Ask Codex to read the Markdown file and stay in discussion mode.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160520" y="3520440"/>
            <a:ext cx="45720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154680" cy="40690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10912" y="1618488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Make it explain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10912" y="2130552"/>
            <a:ext cx="26426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It should summarize the goal, likely approach, risks, questions, and validation plan.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92440" y="3520440"/>
            <a:ext cx="45720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0" y="1417320"/>
            <a:ext cx="2560320" cy="4069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42832" y="161848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Confirm or fix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942832" y="2130552"/>
            <a:ext cx="20482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Correct misunderstandings before execution begins.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This checkpoint prevents plausible but wrong implementation.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66960" y="6510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</a:rPr>
              <a:t>AI development workflow |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</a:rPr>
              <a:t>Steps 7-8: Execute small and review hard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</a:rPr>
              <a:t>Keep every change small enough to understand.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48463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664208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Ask for one small step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8992" y="2176272"/>
            <a:ext cx="43342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Tell Codex to make the first meaningful implementation step only, then stop and summarize what changed.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92240" y="1463040"/>
            <a:ext cx="48463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48272" y="1664208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Review the diff yourself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48272" y="2176272"/>
            <a:ext cx="43342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Check scope, architecture, patterns, complexity, behavior changes, and whether you understand the code.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66960" y="6510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</a:rPr>
              <a:t>AI development workflow |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</a:rPr>
              <a:t>Step 9: Validate at the right level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</a:rPr>
              <a:t>Passing commands are not enough. Know what each test proves.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3246120" cy="4069080"/>
          </a:xfrm>
          <a:prstGeom prst="roundRect">
            <a:avLst>
              <a:gd name="adj" fmla="val 338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66420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Unit tests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41832" y="2176272"/>
            <a:ext cx="27340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Validate isolated logic.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Best for parsing, validation rules, helpers, and edge cases.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462272" y="1463040"/>
            <a:ext cx="3246120" cy="4069080"/>
          </a:xfrm>
          <a:prstGeom prst="roundRect">
            <a:avLst>
              <a:gd name="adj" fmla="val 3380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18304" y="166420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Smoke tests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18304" y="2176272"/>
            <a:ext cx="27340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Validate that the system or workflow still runs.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Best for pipelines and end-to-end execution.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246120" cy="4069080"/>
          </a:xfrm>
          <a:prstGeom prst="roundRect">
            <a:avLst>
              <a:gd name="adj" fmla="val 338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85632" y="166420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Regression tests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85632" y="2176272"/>
            <a:ext cx="27340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Validate that expected behavior did not change accidentally.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Best for deterministic outputs.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66960" y="6510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</a:rPr>
              <a:t>AI development workflow | 8</a:t>
            </a:r>
            <a:endParaRPr lang="en-US" sz="900" dirty="0"/>
          </a:p>
        </p:txBody>
      </p:sp>
      <p:sp>
        <p:nvSpPr>
          <p:cNvPr id="15" name="Text 52">
            <a:extLst>
              <a:ext uri="{FF2B5EF4-FFF2-40B4-BE49-F238E27FC236}">
                <a16:creationId xmlns:a16="http://schemas.microsoft.com/office/drawing/2014/main" id="{04CD04D3-EF79-9463-25A0-FE5B5DEE99C6}"/>
              </a:ext>
            </a:extLst>
          </p:cNvPr>
          <p:cNvSpPr/>
          <p:nvPr/>
        </p:nvSpPr>
        <p:spPr>
          <a:xfrm>
            <a:off x="1005840" y="57150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Code Reviews based on the work completed.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</a:rPr>
              <a:t>Steps 10-12: Commit, summarize, repeat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</a:rPr>
              <a:t>Close each slice before starting the next one.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093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</a:rPr>
              <a:t>Check in locally with a clear commit message.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43230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</a:rPr>
              <a:t>Summarize the thread if it contains reusable decisions or context.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25526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</a:rPr>
              <a:t>Capture files changed, tests run, validation limits, open questions, and follow-ups.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40782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</a:rPr>
              <a:t>Start the next task with the same rhythm.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Discuss → Define → Handoff → Confirm → Execute → Review → Validate → Commit → Summarize → Repeat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66960" y="6510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</a:rPr>
              <a:t>AI development workflow |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</a:rPr>
              <a:t>Simple explanation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</a:rPr>
              <a:t>Use this as the short version when explaining the process.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10149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72033"/>
                </a:solidFill>
              </a:rPr>
              <a:t>The discussion thread is for thinking.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172033"/>
                </a:solidFill>
              </a:rPr>
              <a:t>The Markdown handoff transfers clear intent.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172033"/>
                </a:solidFill>
              </a:rPr>
              <a:t>Codex executes scoped work.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172033"/>
                </a:solidFill>
              </a:rPr>
              <a:t>The developer reviews, validates, commits, and repeats.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005840" y="397764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1872" y="4178808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Think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61872" y="469087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Discussion thread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617720" y="397764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4178808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Transfer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73752" y="469087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Markdown handoff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229600" y="397764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85632" y="4178808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Deliver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85632" y="469087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B6475"/>
                </a:solidFill>
              </a:rPr>
              <a:t>Codex + review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023360" y="4498848"/>
            <a:ext cx="50292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5240" y="4498848"/>
            <a:ext cx="50292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66960" y="6510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</a:rPr>
              <a:t>AI development workflow |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743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AI Development Workflow</dc:title>
  <dc:subject>AI-assisted development workflow</dc:subject>
  <dc:creator>OpenAI</dc:creator>
  <cp:lastModifiedBy>Russell Mackler</cp:lastModifiedBy>
  <cp:revision>2</cp:revision>
  <dcterms:created xsi:type="dcterms:W3CDTF">2026-05-19T14:25:57Z</dcterms:created>
  <dcterms:modified xsi:type="dcterms:W3CDTF">2026-05-20T15:10:54Z</dcterms:modified>
</cp:coreProperties>
</file>